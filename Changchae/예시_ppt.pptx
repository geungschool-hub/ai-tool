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255A0"/>
                </a:solidFill>
                <a:latin typeface="맑은 고딕"/>
              </a:rPr>
              <a:t>[본인 탐구 주제를 의문문으로]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맑은 고딕"/>
              </a:rPr>
              <a:t>진로 연관 심화 탐구 보고서 — 발표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dirty="0" err="1">
                <a:solidFill>
                  <a:srgbClr val="1A1A1A"/>
                </a:solidFill>
                <a:latin typeface="맑은 고딕"/>
              </a:rPr>
              <a:t>학번</a:t>
            </a:r>
            <a:r>
              <a:rPr sz="1600" b="0" dirty="0">
                <a:solidFill>
                  <a:srgbClr val="1A1A1A"/>
                </a:solidFill>
                <a:latin typeface="맑은 고딕"/>
              </a:rPr>
              <a:t>  ·  </a:t>
            </a:r>
            <a:r>
              <a:rPr sz="1600" b="0" dirty="0" err="1">
                <a:solidFill>
                  <a:srgbClr val="1A1A1A"/>
                </a:solidFill>
                <a:latin typeface="맑은 고딕"/>
              </a:rPr>
              <a:t>이름</a:t>
            </a:r>
            <a:r>
              <a:rPr sz="1600" b="0" dirty="0">
                <a:solidFill>
                  <a:srgbClr val="1A1A1A"/>
                </a:solidFill>
                <a:latin typeface="맑은 고딕"/>
              </a:rPr>
              <a:t>  ·  </a:t>
            </a:r>
            <a:r>
              <a:rPr sz="1600" b="0" dirty="0" err="1">
                <a:solidFill>
                  <a:srgbClr val="1A1A1A"/>
                </a:solidFill>
                <a:latin typeface="맑은 고딕"/>
              </a:rPr>
              <a:t>발표</a:t>
            </a:r>
            <a:r>
              <a:rPr sz="16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맑은 고딕"/>
              </a:rPr>
              <a:t>일자</a:t>
            </a:r>
            <a:endParaRPr sz="1600" b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맑은 고딕"/>
              </a:rPr>
              <a:t>진로 연관 심화 탐구 보고서   ·   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1255A0"/>
                </a:solidFill>
                <a:latin typeface="맑은 고딕"/>
              </a:rPr>
              <a:t>탐구 동기 &amp;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0" cy="45720"/>
          </a:xfrm>
          <a:prstGeom prst="rect">
            <a:avLst/>
          </a:prstGeom>
          <a:solidFill>
            <a:srgbClr val="1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탐구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동기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—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주제의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시의성·중요성을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보여주는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통계나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사례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1~2문장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탐구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질문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①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개념·기전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탐구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질문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②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비교·조사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탐구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질문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③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적용·평가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맑은 고딕"/>
              </a:rPr>
              <a:t>진로 연관 심화 탐구 보고서   ·  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2A7A38"/>
                </a:solidFill>
                <a:latin typeface="맑은 고딕"/>
              </a:rPr>
              <a:t>이론적 배경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0" cy="45720"/>
          </a:xfrm>
          <a:prstGeom prst="rect">
            <a:avLst/>
          </a:prstGeom>
          <a:solidFill>
            <a:srgbClr val="2A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주제와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관련된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학문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분야의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위치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핵심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용어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1~2개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짧게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정의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탐구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질문에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답하기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위한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준비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단계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맑은 고딕"/>
              </a:rPr>
              <a:t>진로 연관 심화 탐구 보고서   ·  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1255A0"/>
                </a:solidFill>
                <a:latin typeface="맑은 고딕"/>
              </a:rPr>
              <a:t>탐구 질문 ①  —  개념·기전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0" cy="45720"/>
          </a:xfrm>
          <a:prstGeom prst="rect">
            <a:avLst/>
          </a:prstGeom>
          <a:solidFill>
            <a:srgbClr val="1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질문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①에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답하는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주요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자료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(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저자·연도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)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작동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원리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·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메커니즘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·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구조의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핵심</a:t>
            </a:r>
            <a:r>
              <a:rPr lang="en-US"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lang="ko-KR" altLang="en-US" sz="2200" b="0" dirty="0">
                <a:solidFill>
                  <a:srgbClr val="1A1A1A"/>
                </a:solidFill>
                <a:latin typeface="맑은 고딕"/>
              </a:rPr>
              <a:t>등등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가장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중요한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사실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한 줄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강조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맑은 고딕"/>
              </a:rPr>
              <a:t>진로 연관 심화 탐구 보고서   ·  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1255A0"/>
                </a:solidFill>
                <a:latin typeface="맑은 고딕"/>
              </a:rPr>
              <a:t>탐구 질문 ②  —  비교·조사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0" cy="45720"/>
          </a:xfrm>
          <a:prstGeom prst="rect">
            <a:avLst/>
          </a:prstGeom>
          <a:solidFill>
            <a:srgbClr val="1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맑은 고딕"/>
              </a:rPr>
              <a:t>•  질문 ②에 답하는 주요 자료 (저자·연도)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맑은 고딕"/>
              </a:rPr>
              <a:t>•  핵심 수치 · 비교 결과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맑은 고딕"/>
              </a:rPr>
              <a:t>•  결과에 대한 짧은 해석 한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맑은 고딕"/>
              </a:rPr>
              <a:t>진로 연관 심화 탐구 보고서   ·  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5243743" cy="492443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 dirty="0" err="1">
                <a:solidFill>
                  <a:srgbClr val="1255A0"/>
                </a:solidFill>
                <a:latin typeface="맑은 고딕"/>
              </a:rPr>
              <a:t>탐구</a:t>
            </a:r>
            <a:r>
              <a:rPr sz="3200" b="1" dirty="0">
                <a:solidFill>
                  <a:srgbClr val="1255A0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1255A0"/>
                </a:solidFill>
                <a:latin typeface="맑은 고딕"/>
              </a:rPr>
              <a:t>질문</a:t>
            </a:r>
            <a:r>
              <a:rPr sz="3200" b="1" dirty="0">
                <a:solidFill>
                  <a:srgbClr val="1255A0"/>
                </a:solidFill>
                <a:latin typeface="맑은 고딕"/>
              </a:rPr>
              <a:t> </a:t>
            </a:r>
            <a:r>
              <a:rPr lang="en-US" sz="3200" b="1" dirty="0">
                <a:solidFill>
                  <a:srgbClr val="1255A0"/>
                </a:solidFill>
                <a:latin typeface="맑은 고딕"/>
              </a:rPr>
              <a:t>3</a:t>
            </a:r>
            <a:r>
              <a:rPr sz="3200" b="1" dirty="0">
                <a:solidFill>
                  <a:srgbClr val="1255A0"/>
                </a:solidFill>
                <a:latin typeface="맑은 고딕"/>
              </a:rPr>
              <a:t>  —  </a:t>
            </a:r>
            <a:r>
              <a:rPr lang="ko-KR" altLang="en-US" sz="3200" b="1" dirty="0">
                <a:solidFill>
                  <a:srgbClr val="1255A0"/>
                </a:solidFill>
                <a:latin typeface="맑은 고딕"/>
              </a:rPr>
              <a:t>적용</a:t>
            </a:r>
            <a:r>
              <a:rPr lang="en-US" altLang="ko-KR" sz="3200" b="1" dirty="0">
                <a:solidFill>
                  <a:srgbClr val="1255A0"/>
                </a:solidFill>
                <a:latin typeface="맑은 고딕"/>
              </a:rPr>
              <a:t>, </a:t>
            </a:r>
            <a:r>
              <a:rPr lang="ko-KR" altLang="en-US" sz="3200" b="1" dirty="0">
                <a:solidFill>
                  <a:srgbClr val="1255A0"/>
                </a:solidFill>
                <a:latin typeface="맑은 고딕"/>
              </a:rPr>
              <a:t>평가</a:t>
            </a:r>
            <a:endParaRPr sz="3200" b="1" dirty="0">
              <a:solidFill>
                <a:srgbClr val="1255A0"/>
              </a:solidFill>
              <a:latin typeface="맑은 고딕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0" cy="45720"/>
          </a:xfrm>
          <a:prstGeom prst="rect">
            <a:avLst/>
          </a:prstGeom>
          <a:solidFill>
            <a:srgbClr val="12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질문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lang="en-US" sz="2200" b="0" dirty="0">
                <a:solidFill>
                  <a:srgbClr val="1A1A1A"/>
                </a:solidFill>
                <a:latin typeface="맑은 고딕"/>
              </a:rPr>
              <a:t>3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에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답하는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주요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자료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(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저자·연도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)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핵심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수치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·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비교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결과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결과에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대한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짧은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해석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한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맑은 고딕"/>
              </a:rPr>
              <a:t>진로 연관 심화 탐구 보고서   ·   5 / 7</a:t>
            </a:r>
          </a:p>
        </p:txBody>
      </p:sp>
    </p:spTree>
    <p:extLst>
      <p:ext uri="{BB962C8B-B14F-4D97-AF65-F5344CB8AC3E}">
        <p14:creationId xmlns:p14="http://schemas.microsoft.com/office/powerpoint/2010/main" val="2099230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2A7A38"/>
                </a:solidFill>
                <a:latin typeface="맑은 고딕"/>
              </a:rPr>
              <a:t>결론 &amp; 시사점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0" cy="45720"/>
          </a:xfrm>
          <a:prstGeom prst="rect">
            <a:avLst/>
          </a:prstGeom>
          <a:solidFill>
            <a:srgbClr val="2A7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한계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—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자료·표본·범위의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제한점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분석·해석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—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탐구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질문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①②의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결과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종합</a:t>
            </a:r>
            <a:endParaRPr sz="2200" b="0" dirty="0">
              <a:solidFill>
                <a:srgbClr val="1A1A1A"/>
              </a:solidFill>
              <a:latin typeface="맑은 고딕"/>
            </a:endParaRP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개선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방안·주장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—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본인의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제안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(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질문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③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적용·평가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흐름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반영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맑은 고딕"/>
              </a:rPr>
              <a:t>진로 연관 심화 탐구 보고서   ·   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686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200" b="1">
                <a:solidFill>
                  <a:srgbClr val="E67E22"/>
                </a:solidFill>
                <a:latin typeface="맑은 고딕"/>
              </a:rPr>
              <a:t>진로 연결 &amp; 참고문헌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진로와의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연결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—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탐구로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확인한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관점·태도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한 줄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주요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참고문헌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5~7건 (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저자·연도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)</a:t>
            </a:r>
          </a:p>
          <a:p>
            <a:pPr>
              <a:spcAft>
                <a:spcPts val="1400"/>
              </a:spcAft>
            </a:pPr>
            <a:r>
              <a:rPr sz="2200" b="0" dirty="0">
                <a:solidFill>
                  <a:srgbClr val="1A1A1A"/>
                </a:solidFill>
                <a:latin typeface="맑은 고딕"/>
              </a:rPr>
              <a:t>•  </a:t>
            </a:r>
            <a:r>
              <a:rPr sz="2200" b="0" dirty="0" err="1">
                <a:solidFill>
                  <a:srgbClr val="1A1A1A"/>
                </a:solidFill>
                <a:latin typeface="맑은 고딕"/>
              </a:rPr>
              <a:t>감사합니다</a:t>
            </a:r>
            <a:r>
              <a:rPr sz="2200" b="0" dirty="0">
                <a:solidFill>
                  <a:srgbClr val="1A1A1A"/>
                </a:solidFill>
                <a:latin typeface="맑은 고딕"/>
              </a:rPr>
              <a:t>  —  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맑은 고딕"/>
              </a:rPr>
              <a:t>진로 연관 심화 탐구 보고서   ·  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322</Words>
  <Application>Microsoft Office PowerPoint</Application>
  <PresentationFormat>와이드스크린</PresentationFormat>
  <Paragraphs>40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2026-05-19T03:32:47Z</dcterms:modified>
  <cp:category/>
</cp:coreProperties>
</file>